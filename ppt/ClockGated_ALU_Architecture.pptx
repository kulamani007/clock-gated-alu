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Clock-Gated 8-bit ALU — Full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+ Tri-State ICG  ·  Opcode-Driven One-Hot Enable  ·  Per-Unit Clock Isolation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01168" y="96012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3327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CLK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28930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clock input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178308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5623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[2:0]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" y="21122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3-bit instruction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" y="26060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679192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[7:0], B [7:0]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" y="293522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737360" y="178308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10512" y="185623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Decoder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92224" y="211226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3→8 one-hot en[7:0]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10712" y="126187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Gate Array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92424" y="1517904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NAND + Tri-State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64992" y="1993392"/>
            <a:ext cx="1261872" cy="822960"/>
          </a:xfrm>
          <a:prstGeom prst="roundRect">
            <a:avLst>
              <a:gd name="adj" fmla="val 6667"/>
            </a:avLst>
          </a:prstGeom>
          <a:solidFill>
            <a:srgbClr val="0A0F1A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401568" y="20116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DETAIL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19856" y="2194560"/>
            <a:ext cx="438912" cy="237744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219456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931920" y="2194560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1945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58768" y="23134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19856" y="2487168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 cells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29200" y="91440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02352" y="98755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Unit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4064" y="124358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SUB · MUL · INC · DEC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25603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02352" y="26334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Unit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84064" y="288950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· OR · XOR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75120" y="1719072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48272" y="1792224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9984" y="204825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active result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1719072"/>
            <a:ext cx="713232" cy="640080"/>
          </a:xfrm>
          <a:prstGeom prst="roundRect">
            <a:avLst>
              <a:gd name="adj" fmla="val 11429"/>
            </a:avLst>
          </a:prstGeom>
          <a:solidFill>
            <a:srgbClr val="1B4332"/>
          </a:solidFill>
          <a:ln w="1905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02752" y="17922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84464" y="204825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[7:0] + carry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89888" y="1280160"/>
            <a:ext cx="1947672" cy="18288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906524" y="12070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389888" y="2103120"/>
            <a:ext cx="347472" cy="0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106424" y="19385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opcode[2:0]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63240" y="2103120"/>
            <a:ext cx="274320" cy="-530352"/>
          </a:xfrm>
          <a:prstGeom prst="line">
            <a:avLst/>
          </a:prstGeom>
          <a:noFill/>
          <a:ln w="2286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2743200" y="1673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en[7:0]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389888" y="2834640"/>
            <a:ext cx="3657600" cy="-1572768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2377440" y="11155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389888" y="2907792"/>
            <a:ext cx="36576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2560320" y="27432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63440" y="1481328"/>
            <a:ext cx="365760" cy="-201168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4389120" y="1216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gclk[0..4]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63440" y="1572768"/>
            <a:ext cx="365760" cy="1261872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389120" y="22494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gclk[5..7]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063240" y="2048256"/>
            <a:ext cx="1984248" cy="-768096"/>
          </a:xfrm>
          <a:prstGeom prst="line">
            <a:avLst/>
          </a:prstGeom>
          <a:noFill/>
          <a:ln w="15240">
            <a:solidFill>
              <a:srgbClr val="06B6D4"/>
            </a:solidFill>
            <a:prstDash val="sysDot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3063240" y="2157984"/>
            <a:ext cx="1984248" cy="768096"/>
          </a:xfrm>
          <a:prstGeom prst="line">
            <a:avLst/>
          </a:prstGeom>
          <a:noFill/>
          <a:ln w="15240">
            <a:solidFill>
              <a:srgbClr val="06B6D4"/>
            </a:solidFill>
            <a:prstDash val="sysDot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063240" y="2103120"/>
            <a:ext cx="3630168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ysDot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4754880" y="19385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92240" y="1280160"/>
            <a:ext cx="182880" cy="640080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126480" y="14356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492240" y="2834640"/>
            <a:ext cx="182880" cy="-457200"/>
          </a:xfrm>
          <a:prstGeom prst="line">
            <a:avLst/>
          </a:prstGeom>
          <a:noFill/>
          <a:ln w="22860">
            <a:solidFill>
              <a:srgbClr val="F472B6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6126480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001000" y="2039112"/>
            <a:ext cx="228600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7658100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alu_out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56032" y="4434840"/>
            <a:ext cx="32918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179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path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719072" y="4434840"/>
            <a:ext cx="329184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8483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opcode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182112" y="4434840"/>
            <a:ext cx="329184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4787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(A, B)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45152" y="4434840"/>
            <a:ext cx="329184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1091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result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108192" y="4434840"/>
            <a:ext cx="329184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7395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result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571232" y="4434840"/>
            <a:ext cx="329184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36992" y="4370832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output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201168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737360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3337560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GATING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029200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6675120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8229600" y="804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Gate Cell — NAND + Tri-State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exactly one unit gets a live clock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731520" cy="36576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731520" cy="365760"/>
          </a:xfrm>
          <a:prstGeom prst="rect">
            <a:avLst/>
          </a:prstGeom>
          <a:solidFill>
            <a:srgbClr val="001A1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28016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280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2801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280160"/>
            <a:ext cx="731520" cy="548640"/>
          </a:xfrm>
          <a:prstGeom prst="rect">
            <a:avLst/>
          </a:prstGeom>
          <a:solidFill>
            <a:srgbClr val="0A1F0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2801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gclk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1280160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" y="1828800"/>
            <a:ext cx="91440" cy="-27432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155448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1554480"/>
            <a:ext cx="3657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66160" y="1554480"/>
            <a:ext cx="274320" cy="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1280160"/>
            <a:ext cx="548640" cy="27432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1280160" y="1554480"/>
            <a:ext cx="12801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ys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298448" y="19751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during LOW phase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(off critical path)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505456" y="1975104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propagation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~0.1ns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384048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2871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58368" y="2871216"/>
            <a:ext cx="384048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87121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42416" y="2871216"/>
            <a:ext cx="658368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287121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out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00784" y="2871216"/>
            <a:ext cx="475488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28216" y="2871216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76272" y="2871216"/>
            <a:ext cx="1645920" cy="310896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03704" y="287121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182112"/>
            <a:ext cx="38404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31821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" y="3182112"/>
            <a:ext cx="38404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18211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42416" y="3182112"/>
            <a:ext cx="65836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69848" y="318211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(Hi-Z)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700784" y="3182112"/>
            <a:ext cx="47548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28216" y="3182112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76272" y="3182112"/>
            <a:ext cx="1645920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03704" y="3182112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— no edge possible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493008"/>
            <a:ext cx="38404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34930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8368" y="3493008"/>
            <a:ext cx="38404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349300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42416" y="3493008"/>
            <a:ext cx="65836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9848" y="349300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(Hi-Z)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700784" y="3493008"/>
            <a:ext cx="475488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28216" y="3493008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76272" y="3493008"/>
            <a:ext cx="1645920" cy="310896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03704" y="34930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high, clk low — safe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803904"/>
            <a:ext cx="384048" cy="310896"/>
          </a:xfrm>
          <a:prstGeom prst="rect">
            <a:avLst/>
          </a:prstGeom>
          <a:solidFill>
            <a:srgbClr val="2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38039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8368" y="3803904"/>
            <a:ext cx="384048" cy="310896"/>
          </a:xfrm>
          <a:prstGeom prst="rect">
            <a:avLst/>
          </a:prstGeom>
          <a:solidFill>
            <a:srgbClr val="2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38039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42416" y="3803904"/>
            <a:ext cx="658368" cy="310896"/>
          </a:xfrm>
          <a:prstGeom prst="rect">
            <a:avLst/>
          </a:prstGeom>
          <a:solidFill>
            <a:srgbClr val="2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69848" y="380390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(Hi-Z)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700784" y="3803904"/>
            <a:ext cx="475488" cy="310896"/>
          </a:xfrm>
          <a:prstGeom prst="rect">
            <a:avLst/>
          </a:prstGeom>
          <a:solidFill>
            <a:srgbClr val="2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28216" y="3803904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176272" y="3803904"/>
            <a:ext cx="1645920" cy="310896"/>
          </a:xfrm>
          <a:prstGeom prst="rect">
            <a:avLst/>
          </a:prstGeom>
          <a:solidFill>
            <a:srgbClr val="2A0A0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03704" y="380390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GATED OFF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114800"/>
            <a:ext cx="384048" cy="310896"/>
          </a:xfrm>
          <a:prstGeom prst="rect">
            <a:avLst/>
          </a:prstGeom>
          <a:solidFill>
            <a:srgbClr val="0A1F0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41148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8368" y="4114800"/>
            <a:ext cx="384048" cy="310896"/>
          </a:xfrm>
          <a:prstGeom prst="rect">
            <a:avLst/>
          </a:prstGeom>
          <a:solidFill>
            <a:srgbClr val="0A1F0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" y="411480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42416" y="4114800"/>
            <a:ext cx="658368" cy="310896"/>
          </a:xfrm>
          <a:prstGeom prst="rect">
            <a:avLst/>
          </a:prstGeom>
          <a:solidFill>
            <a:srgbClr val="0A1F0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69848" y="411480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(pass)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700784" y="4114800"/>
            <a:ext cx="475488" cy="310896"/>
          </a:xfrm>
          <a:prstGeom prst="rect">
            <a:avLst/>
          </a:prstGeom>
          <a:solidFill>
            <a:srgbClr val="0A1F0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28216" y="4114800"/>
            <a:ext cx="42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176272" y="4114800"/>
            <a:ext cx="1645920" cy="310896"/>
          </a:xfrm>
          <a:prstGeom prst="rect">
            <a:avLst/>
          </a:prstGeom>
          <a:solidFill>
            <a:srgbClr val="0A1F0E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03704" y="411480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ACTIVE — clock passes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46320" y="1463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en[7:0] — One-Hot Bus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4846320" y="548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bit HIGH per opcode → one ICG cell opens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846320" y="914400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01184" y="950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en[7]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431536" y="1078992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748272" y="95097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7059168" y="9509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89520" y="95097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3'b111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846320" y="1408176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01184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en[6]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431536" y="1572768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748272" y="144475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7059168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89520" y="144475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3'b110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846320" y="1901952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01184" y="19385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en[5]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5431536" y="2066544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48272" y="193852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7059168" y="19385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89520" y="19385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3'b101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846320" y="2395728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01184" y="24323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en[4]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431536" y="2560320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48272" y="243230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059168" y="24323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589520" y="243230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3'b100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846320" y="2889504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901184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en[3]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431536" y="3054096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748272" y="29260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7059168" y="29260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89520" y="29260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3'b011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846320" y="3383280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01184" y="34198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en[2]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5431536" y="3547872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748272" y="34198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7059168" y="34198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89520" y="341985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3'b010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846320" y="3877056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D1117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901184" y="3913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en[1]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431536" y="4041648"/>
            <a:ext cx="128016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748272" y="39136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7059168" y="39136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7589520" y="39136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3'b001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846320" y="4370832"/>
            <a:ext cx="4005072" cy="420624"/>
          </a:xfrm>
          <a:prstGeom prst="roundRect">
            <a:avLst>
              <a:gd name="adj" fmla="val 10870"/>
            </a:avLst>
          </a:prstGeom>
          <a:solidFill>
            <a:srgbClr val="0A1F0E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4901184" y="44074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en[0]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5431536" y="4535424"/>
            <a:ext cx="128016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748272" y="4407408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7059168" y="440740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7589520" y="44074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3'b000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8275320" y="44439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gclk ✓ TICKING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4846320" y="4645152"/>
            <a:ext cx="4005072" cy="329184"/>
          </a:xfrm>
          <a:prstGeom prst="roundRect">
            <a:avLst>
              <a:gd name="adj" fmla="val 16667"/>
            </a:avLst>
          </a:prstGeom>
          <a:solidFill>
            <a:srgbClr val="0A1F0E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919472" y="464515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= 000 (ADD)  →  en = 8'b00000001  →  only gclk[0] ticks  →  7 units gated OFF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4630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Saving — By The Numbers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MHz · 1.8V · Typical ADD-heavy workload (40% ADD, 20% SUB, 15% AND …)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A1F0E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47472" y="1536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dynamic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reduction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A120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42032" y="1536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floor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workload)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001A1A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~0ns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736592" y="1536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clock delay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(NAND off path)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0" y="96012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10A1F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058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931152" y="1536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gated OFF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cycle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1579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Per-Unit Power Breakdown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450592"/>
            <a:ext cx="6400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24505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2450592"/>
            <a:ext cx="65836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24505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572768" y="2450592"/>
            <a:ext cx="65836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9344" y="24505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31136" y="2450592"/>
            <a:ext cx="8229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67712" y="24505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(gated)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054096" y="2450592"/>
            <a:ext cx="102412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245059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724912"/>
            <a:ext cx="64008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27249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0" y="272491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272491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mW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72768" y="272491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09344" y="272491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31136" y="2724912"/>
            <a:ext cx="82296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27249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 mW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54096" y="2724912"/>
            <a:ext cx="102412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27249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 mW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2999232"/>
            <a:ext cx="6400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29992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" y="299923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0976" y="299923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mW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72768" y="299923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9344" y="299923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31136" y="2999232"/>
            <a:ext cx="8229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67712" y="29992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 mW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054096" y="2999232"/>
            <a:ext cx="102412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0672" y="299923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 mW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273552"/>
            <a:ext cx="64008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32735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4400" y="327355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0976" y="327355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mW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572768" y="327355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9344" y="327355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31136" y="3273552"/>
            <a:ext cx="82296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67712" y="32735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 mW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054096" y="3273552"/>
            <a:ext cx="102412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90672" y="32735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5.06 mW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74320" y="3547872"/>
            <a:ext cx="6400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3547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4400" y="354787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0976" y="35478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mW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572768" y="354787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09344" y="35478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231136" y="3547872"/>
            <a:ext cx="8229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67712" y="35478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 mW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54096" y="3547872"/>
            <a:ext cx="102412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90672" y="35478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 mW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3822192"/>
            <a:ext cx="64008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" y="38221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14400" y="382219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0976" y="38221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mW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572768" y="382219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609344" y="38221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231136" y="3822192"/>
            <a:ext cx="82296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67712" y="38221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 mW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054096" y="3822192"/>
            <a:ext cx="102412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090672" y="382219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1.78 mW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4320" y="4096512"/>
            <a:ext cx="6400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0896" y="40965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14400" y="409651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50976" y="409651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mW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572768" y="409651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609344" y="409651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231136" y="4096512"/>
            <a:ext cx="8229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267712" y="409651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mW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054096" y="4096512"/>
            <a:ext cx="102412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090672" y="40965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 mW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0" y="4370832"/>
            <a:ext cx="64008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0896" y="43708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14400" y="437083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50976" y="437083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mW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72768" y="4370832"/>
            <a:ext cx="65836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09344" y="437083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31136" y="4370832"/>
            <a:ext cx="82296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267712" y="437083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 mW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054096" y="4370832"/>
            <a:ext cx="1024128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90672" y="437083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 mW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74320" y="4645152"/>
            <a:ext cx="6400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0896" y="46451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14400" y="464515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50976" y="464515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mW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1572768" y="4645152"/>
            <a:ext cx="65836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609344" y="464515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231136" y="4645152"/>
            <a:ext cx="82296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67712" y="46451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 mW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054096" y="4645152"/>
            <a:ext cx="1024128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90672" y="464515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 mW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74320" y="4919472"/>
            <a:ext cx="6400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10896" y="49194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914400" y="4919472"/>
            <a:ext cx="65836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50976" y="49194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 mW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572768" y="4919472"/>
            <a:ext cx="65836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09344" y="49194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231136" y="4919472"/>
            <a:ext cx="8229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267712" y="49194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3.67 mW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054096" y="4919472"/>
            <a:ext cx="1024128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090672" y="491947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19.33 mW (84%)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5029200" y="2157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Power: Gated vs Ungated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5486400" y="2523744"/>
            <a:ext cx="1915252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486400" y="2706624"/>
            <a:ext cx="766101" cy="164592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29200" y="25968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7438228" y="25237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6289077" y="2706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486400" y="2980944"/>
            <a:ext cx="1795549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486400" y="3163824"/>
            <a:ext cx="359110" cy="164592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29200" y="30540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7318525" y="29809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5882086" y="31638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486400" y="3438144"/>
            <a:ext cx="3291840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486400" y="3621024"/>
            <a:ext cx="263347" cy="164592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029200" y="35112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</a:t>
            </a:r>
            <a:endParaRPr lang="en-US" sz="900" dirty="0"/>
          </a:p>
        </p:txBody>
      </p:sp>
      <p:sp>
        <p:nvSpPr>
          <p:cNvPr id="131" name="Text 129"/>
          <p:cNvSpPr/>
          <p:nvPr/>
        </p:nvSpPr>
        <p:spPr>
          <a:xfrm>
            <a:off x="8814816" y="34381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5786323" y="36210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5486400" y="3895344"/>
            <a:ext cx="1197033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486400" y="4078224"/>
            <a:ext cx="179555" cy="164592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29200" y="39684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720009" y="38953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02531" y="40782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5486400" y="4352544"/>
            <a:ext cx="1316736" cy="164592"/>
          </a:xfrm>
          <a:prstGeom prst="rect">
            <a:avLst/>
          </a:prstGeom>
          <a:solidFill>
            <a:srgbClr val="F87171">
              <a:alpha val="7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86400" y="4535424"/>
            <a:ext cx="131674" cy="164592"/>
          </a:xfrm>
          <a:prstGeom prst="rect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029200" y="442569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6839712" y="4352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5654650" y="45354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5029200" y="4645152"/>
            <a:ext cx="274320" cy="12801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340096" y="46085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Ungated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6400800" y="4645152"/>
            <a:ext cx="274320" cy="12801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711696" y="4608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clock gating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Clock-Gated 8-bit ALU Architecture</dc:title>
  <dc:subject>PptxGenJS Presentation</dc:subject>
  <dc:creator>PptxGenJS</dc:creator>
  <cp:lastModifiedBy>PptxGenJS</cp:lastModifiedBy>
  <cp:revision>1</cp:revision>
  <dcterms:created xsi:type="dcterms:W3CDTF">2026-06-10T14:58:05Z</dcterms:created>
  <dcterms:modified xsi:type="dcterms:W3CDTF">2026-06-10T14:58:05Z</dcterms:modified>
</cp:coreProperties>
</file>